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Taqueria El Norte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Taco Pastor - $32</a:t>
            </a:r>
          </a:p>
          <a:p>
            <a:r>
              <a:t>Gringa Especial - $75</a:t>
            </a:r>
          </a:p>
          <a:p>
            <a:r>
              <a:t>Papa Asada - $120</a:t>
            </a:r>
          </a:p>
          <a:p>
            <a:r>
              <a:t>Refresco - $28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Sushi 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California Roll - $135</a:t>
            </a:r>
          </a:p>
          <a:p>
            <a:r>
              <a:t>Ramen Picante - $180</a:t>
            </a:r>
          </a:p>
          <a:p>
            <a:r>
              <a:t>Té Jazmín - $40</a:t>
            </a:r>
          </a:p>
          <a:p>
            <a:r>
              <a:t>Nigiri Atún - $95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Bistro Roma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Lasagna - $210</a:t>
            </a:r>
          </a:p>
          <a:p>
            <a:r>
              <a:t>Risotto - $195</a:t>
            </a:r>
          </a:p>
          <a:p>
            <a:r>
              <a:t>Vino Tinto - $160</a:t>
            </a:r>
          </a:p>
          <a:p>
            <a:r>
              <a:t>Tiramisú - $90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